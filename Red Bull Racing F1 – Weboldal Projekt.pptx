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328"/>
    <a:srgbClr val="00133A"/>
    <a:srgbClr val="000818"/>
    <a:srgbClr val="E2061F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583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847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1408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215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640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571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352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340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1750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7549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212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65A8D-5BA7-4A5A-906D-83F62739E015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7FB63-9A87-422A-9036-423AD6A323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574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86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-190500" y="19050"/>
            <a:ext cx="12382500" cy="1000125"/>
          </a:xfrm>
          <a:noFill/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Red Bull Racing F1 – </a:t>
            </a:r>
            <a:r>
              <a:rPr lang="en-US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Weboldal</a:t>
            </a:r>
            <a:r>
              <a:rPr lang="en-US" dirty="0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Bahnschrift SemiCondensed" panose="020B0502040204020203" pitchFamily="34" charset="0"/>
              </a:rPr>
              <a:t>Projekt</a:t>
            </a:r>
            <a:endParaRPr lang="hu-HU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71625" y="4950882"/>
            <a:ext cx="9144000" cy="1381125"/>
          </a:xfrm>
        </p:spPr>
        <p:txBody>
          <a:bodyPr>
            <a:noAutofit/>
          </a:bodyPr>
          <a:lstStyle/>
          <a:p>
            <a:r>
              <a:rPr lang="hu-H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Készítette:</a:t>
            </a:r>
          </a:p>
          <a:p>
            <a:r>
              <a:rPr lang="hu-HU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Klopfer</a:t>
            </a:r>
            <a:r>
              <a:rPr lang="hu-H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Áron</a:t>
            </a:r>
          </a:p>
          <a:p>
            <a:r>
              <a:rPr lang="hu-H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Lukács Ákos</a:t>
            </a:r>
          </a:p>
          <a:p>
            <a:r>
              <a:rPr lang="hu-HU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 Gulyás Botond</a:t>
            </a:r>
          </a:p>
        </p:txBody>
      </p:sp>
      <p:pic>
        <p:nvPicPr>
          <p:cNvPr id="2052" name="Picture 4" descr="Red Bull Racing News, Videos, Results, Photos and Mo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406" y="1140882"/>
            <a:ext cx="5532438" cy="368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70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Official Oracle Red Bull Racing 2023 RB19 Show Car – F1 Authentic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659" y="507674"/>
            <a:ext cx="6576682" cy="369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lyen lesz a Racing Bulls 2026-os F1-es autója - F1VILÁG.HU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6875" r="92188">
                        <a14:foregroundMark x1="31667" y1="45400" x2="33073" y2="45000"/>
                        <a14:backgroundMark x1="18385" y1="65700" x2="12292" y2="65600"/>
                        <a14:backgroundMark x1="75417" y1="66400" x2="74583" y2="63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568" y="2575081"/>
            <a:ext cx="7470785" cy="389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The sound of the 2026 Red Bull Ford F1 power unit Racing Bulls VCARB03 Testing at Imol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797884" y="2357366"/>
            <a:ext cx="609600" cy="609600"/>
          </a:xfrm>
          <a:prstGeom prst="rect">
            <a:avLst/>
          </a:prstGeom>
        </p:spPr>
      </p:pic>
      <p:sp>
        <p:nvSpPr>
          <p:cNvPr id="10" name="Téglalap 9"/>
          <p:cNvSpPr/>
          <p:nvPr/>
        </p:nvSpPr>
        <p:spPr>
          <a:xfrm>
            <a:off x="0" y="1"/>
            <a:ext cx="12192000" cy="64999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4" descr="Red Bull Racing News, Videos, Results, Photos and Mor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9259" r="90000">
                        <a14:foregroundMark x1="14815" y1="40556" x2="14815" y2="40556"/>
                        <a14:foregroundMark x1="15833" y1="37917" x2="15833" y2="37917"/>
                        <a14:foregroundMark x1="22685" y1="41667" x2="22685" y2="41667"/>
                        <a14:foregroundMark x1="30093" y1="41667" x2="30093" y2="41667"/>
                        <a14:foregroundMark x1="38519" y1="38750" x2="38519" y2="38750"/>
                        <a14:foregroundMark x1="42685" y1="41389" x2="42685" y2="41389"/>
                        <a14:foregroundMark x1="49074" y1="40000" x2="49074" y2="40000"/>
                        <a14:foregroundMark x1="51204" y1="41111" x2="51204" y2="41111"/>
                        <a14:foregroundMark x1="23519" y1="53611" x2="76019" y2="53611"/>
                        <a14:foregroundMark x1="12778" y1="42083" x2="12778" y2="42083"/>
                        <a14:foregroundMark x1="15185" y1="35139" x2="15185" y2="35139"/>
                        <a14:foregroundMark x1="12407" y1="37917" x2="12407" y2="37917"/>
                        <a14:foregroundMark x1="18796" y1="44028" x2="18796" y2="44028"/>
                        <a14:foregroundMark x1="25741" y1="41667" x2="25741" y2="41667"/>
                        <a14:foregroundMark x1="34352" y1="39722" x2="34352" y2="39722"/>
                        <a14:foregroundMark x1="38519" y1="45000" x2="38519" y2="45000"/>
                        <a14:foregroundMark x1="41944" y1="45000" x2="41944" y2="45000"/>
                        <a14:foregroundMark x1="17407" y1="59583" x2="17407" y2="59583"/>
                        <a14:foregroundMark x1="27870" y1="61250" x2="27870" y2="61250"/>
                        <a14:foregroundMark x1="42130" y1="60417" x2="42130" y2="60417"/>
                        <a14:foregroundMark x1="57130" y1="61667" x2="57130" y2="61667"/>
                        <a14:foregroundMark x1="67037" y1="62778" x2="67037" y2="62778"/>
                        <a14:foregroundMark x1="82870" y1="61944" x2="82870" y2="61944"/>
                        <a14:backgroundMark x1="20741" y1="41250" x2="20741" y2="41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667" y="-350419"/>
            <a:ext cx="2082799" cy="138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01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2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2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20566" y="1719746"/>
            <a:ext cx="10515600" cy="4351338"/>
          </a:xfrm>
        </p:spPr>
        <p:txBody>
          <a:bodyPr/>
          <a:lstStyle/>
          <a:p>
            <a:r>
              <a:rPr lang="hu-HU" sz="6000" dirty="0" smtClean="0">
                <a:solidFill>
                  <a:schemeClr val="bg1"/>
                </a:solidFill>
              </a:rPr>
              <a:t>Főoldal</a:t>
            </a:r>
          </a:p>
          <a:p>
            <a:r>
              <a:rPr lang="hu-HU" sz="6000" dirty="0" smtClean="0">
                <a:solidFill>
                  <a:schemeClr val="bg1"/>
                </a:solidFill>
              </a:rPr>
              <a:t>Red Bull csapat</a:t>
            </a:r>
          </a:p>
          <a:p>
            <a:r>
              <a:rPr lang="hu-HU" sz="6000" dirty="0" smtClean="0">
                <a:solidFill>
                  <a:schemeClr val="bg1"/>
                </a:solidFill>
              </a:rPr>
              <a:t>Red Bull autó</a:t>
            </a:r>
          </a:p>
          <a:p>
            <a:r>
              <a:rPr lang="hu-HU" sz="6000" dirty="0" smtClean="0">
                <a:solidFill>
                  <a:schemeClr val="bg1"/>
                </a:solidFill>
              </a:rPr>
              <a:t>Újdonságok</a:t>
            </a:r>
          </a:p>
          <a:p>
            <a:endParaRPr lang="hu-HU" dirty="0"/>
          </a:p>
        </p:txBody>
      </p:sp>
      <p:pic>
        <p:nvPicPr>
          <p:cNvPr id="5" name="Picture 4" descr="Red Bull Racing News, Videos, Results, Photos and M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259" r="90000">
                        <a14:foregroundMark x1="14815" y1="40556" x2="14815" y2="40556"/>
                        <a14:foregroundMark x1="15833" y1="37917" x2="15833" y2="37917"/>
                        <a14:foregroundMark x1="22685" y1="41667" x2="22685" y2="41667"/>
                        <a14:foregroundMark x1="30093" y1="41667" x2="30093" y2="41667"/>
                        <a14:foregroundMark x1="38519" y1="38750" x2="38519" y2="38750"/>
                        <a14:foregroundMark x1="42685" y1="41389" x2="42685" y2="41389"/>
                        <a14:foregroundMark x1="49074" y1="40000" x2="49074" y2="40000"/>
                        <a14:foregroundMark x1="51204" y1="41111" x2="51204" y2="41111"/>
                        <a14:foregroundMark x1="23519" y1="53611" x2="76019" y2="53611"/>
                        <a14:foregroundMark x1="12778" y1="42083" x2="12778" y2="42083"/>
                        <a14:foregroundMark x1="15185" y1="35139" x2="15185" y2="35139"/>
                        <a14:foregroundMark x1="12407" y1="37917" x2="12407" y2="37917"/>
                        <a14:foregroundMark x1="18796" y1="44028" x2="18796" y2="44028"/>
                        <a14:foregroundMark x1="25741" y1="41667" x2="25741" y2="41667"/>
                        <a14:foregroundMark x1="34352" y1="39722" x2="34352" y2="39722"/>
                        <a14:foregroundMark x1="38519" y1="45000" x2="38519" y2="45000"/>
                        <a14:foregroundMark x1="41944" y1="45000" x2="41944" y2="45000"/>
                        <a14:foregroundMark x1="17407" y1="59583" x2="17407" y2="59583"/>
                        <a14:foregroundMark x1="27870" y1="61250" x2="27870" y2="61250"/>
                        <a14:foregroundMark x1="42130" y1="60417" x2="42130" y2="60417"/>
                        <a14:foregroundMark x1="57130" y1="61667" x2="57130" y2="61667"/>
                        <a14:foregroundMark x1="67037" y1="62778" x2="67037" y2="62778"/>
                        <a14:foregroundMark x1="82870" y1="61944" x2="82870" y2="61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22" y="1860768"/>
            <a:ext cx="5430473" cy="362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églalap 6"/>
          <p:cNvSpPr/>
          <p:nvPr/>
        </p:nvSpPr>
        <p:spPr>
          <a:xfrm>
            <a:off x="0" y="1"/>
            <a:ext cx="12192000" cy="64999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915583" y="-339109"/>
            <a:ext cx="8360834" cy="1325563"/>
          </a:xfrm>
        </p:spPr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weboldal felépítése (Menütérkép)</a:t>
            </a:r>
            <a:endParaRPr lang="hu-HU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1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86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147732" y="0"/>
            <a:ext cx="2319867" cy="804863"/>
          </a:xfrm>
        </p:spPr>
        <p:txBody>
          <a:bodyPr>
            <a:noAutofit/>
          </a:bodyPr>
          <a:lstStyle/>
          <a:p>
            <a:r>
              <a:rPr lang="hu-HU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Főoldal</a:t>
            </a:r>
            <a:endParaRPr lang="hu-HU" sz="5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992"/>
            <a:ext cx="12192000" cy="620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2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86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198532" y="0"/>
            <a:ext cx="2328333" cy="804863"/>
          </a:xfrm>
        </p:spPr>
        <p:txBody>
          <a:bodyPr>
            <a:noAutofit/>
          </a:bodyPr>
          <a:lstStyle/>
          <a:p>
            <a:r>
              <a:rPr lang="hu-HU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Főoldal</a:t>
            </a:r>
            <a:endParaRPr lang="hu-HU" sz="5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110"/>
            <a:ext cx="12192000" cy="619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4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86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196774" y="136179"/>
            <a:ext cx="4678984" cy="434975"/>
          </a:xfrm>
        </p:spPr>
        <p:txBody>
          <a:bodyPr>
            <a:noAutofit/>
          </a:bodyPr>
          <a:lstStyle/>
          <a:p>
            <a:r>
              <a:rPr lang="hu-HU" dirty="0" smtClean="0">
                <a:solidFill>
                  <a:schemeClr val="bg1"/>
                </a:solidFill>
                <a:latin typeface="+mn-lt"/>
              </a:rPr>
              <a:t>Red Bull csapat</a:t>
            </a:r>
            <a:endParaRPr lang="hu-HU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 rotWithShape="1">
          <a:blip r:embed="rId2"/>
          <a:srcRect t="-315" r="859" b="315"/>
          <a:stretch/>
        </p:blipFill>
        <p:spPr>
          <a:xfrm>
            <a:off x="0" y="666750"/>
            <a:ext cx="12192000" cy="61912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192" y="2213811"/>
            <a:ext cx="2136808" cy="456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0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86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659048" y="-76201"/>
            <a:ext cx="3926152" cy="954088"/>
          </a:xfrm>
        </p:spPr>
        <p:txBody>
          <a:bodyPr>
            <a:no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Red Bull autó</a:t>
            </a:r>
            <a:endParaRPr lang="hu-HU" b="1" dirty="0">
              <a:solidFill>
                <a:schemeClr val="bg1"/>
              </a:solidFill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082"/>
            <a:ext cx="12244387" cy="6140918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029" y="2281375"/>
            <a:ext cx="1969971" cy="45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8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86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810653" y="0"/>
            <a:ext cx="3545946" cy="811213"/>
          </a:xfrm>
        </p:spPr>
        <p:txBody>
          <a:bodyPr>
            <a:normAutofit/>
          </a:bodyPr>
          <a:lstStyle/>
          <a:p>
            <a:r>
              <a:rPr lang="hu-HU" dirty="0" smtClean="0">
                <a:solidFill>
                  <a:schemeClr val="bg1"/>
                </a:solidFill>
                <a:latin typeface="+mn-lt"/>
              </a:rPr>
              <a:t>Újdonságok</a:t>
            </a:r>
            <a:endParaRPr lang="hu-HU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 rotWithShape="1">
          <a:blip r:embed="rId2"/>
          <a:srcRect r="937"/>
          <a:stretch/>
        </p:blipFill>
        <p:spPr>
          <a:xfrm>
            <a:off x="1" y="728133"/>
            <a:ext cx="12192000" cy="6167080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267" y="2330176"/>
            <a:ext cx="1972733" cy="452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5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3394" y="1124340"/>
            <a:ext cx="3984859" cy="510737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>
                <a:solidFill>
                  <a:schemeClr val="bg1"/>
                </a:solidFill>
              </a:rPr>
              <a:t>Legtöbbet használt színek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Téglalap 6"/>
          <p:cNvSpPr/>
          <p:nvPr/>
        </p:nvSpPr>
        <p:spPr>
          <a:xfrm>
            <a:off x="567891" y="1690035"/>
            <a:ext cx="4100362" cy="16114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69" y="2015478"/>
            <a:ext cx="1695450" cy="304800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69" y="2708916"/>
            <a:ext cx="1695450" cy="263482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348" y="2015478"/>
            <a:ext cx="1705076" cy="271005"/>
          </a:xfrm>
          <a:prstGeom prst="rect">
            <a:avLst/>
          </a:prstGeom>
        </p:spPr>
      </p:pic>
      <p:sp>
        <p:nvSpPr>
          <p:cNvPr id="11" name="Tartalom helye 2"/>
          <p:cNvSpPr txBox="1">
            <a:spLocks/>
          </p:cNvSpPr>
          <p:nvPr/>
        </p:nvSpPr>
        <p:spPr>
          <a:xfrm>
            <a:off x="8338687" y="1124339"/>
            <a:ext cx="1960346" cy="510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u-HU" dirty="0" smtClean="0">
                <a:solidFill>
                  <a:schemeClr val="bg1"/>
                </a:solidFill>
              </a:rPr>
              <a:t>Betűtípusok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2" name="Téglalap 11"/>
          <p:cNvSpPr/>
          <p:nvPr/>
        </p:nvSpPr>
        <p:spPr>
          <a:xfrm>
            <a:off x="7180446" y="1690034"/>
            <a:ext cx="4100362" cy="16114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3" name="Ké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476" y="1787128"/>
            <a:ext cx="1247142" cy="456700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7084" y="3795979"/>
            <a:ext cx="8597832" cy="2263822"/>
          </a:xfrm>
          <a:prstGeom prst="rect">
            <a:avLst/>
          </a:prstGeom>
        </p:spPr>
      </p:pic>
      <p:pic>
        <p:nvPicPr>
          <p:cNvPr id="15" name="Picture 4" descr="Red Bull Racing News, Videos, Results, Photos and Mor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9259" r="90000">
                        <a14:foregroundMark x1="14815" y1="40556" x2="14815" y2="40556"/>
                        <a14:foregroundMark x1="15833" y1="37917" x2="15833" y2="37917"/>
                        <a14:foregroundMark x1="22685" y1="41667" x2="22685" y2="41667"/>
                        <a14:foregroundMark x1="30093" y1="41667" x2="30093" y2="41667"/>
                        <a14:foregroundMark x1="38519" y1="38750" x2="38519" y2="38750"/>
                        <a14:foregroundMark x1="42685" y1="41389" x2="42685" y2="41389"/>
                        <a14:foregroundMark x1="49074" y1="40000" x2="49074" y2="40000"/>
                        <a14:foregroundMark x1="51204" y1="41111" x2="51204" y2="41111"/>
                        <a14:foregroundMark x1="23519" y1="53611" x2="76019" y2="53611"/>
                        <a14:foregroundMark x1="12778" y1="42083" x2="12778" y2="42083"/>
                        <a14:foregroundMark x1="15185" y1="35139" x2="15185" y2="35139"/>
                        <a14:foregroundMark x1="12407" y1="37917" x2="12407" y2="37917"/>
                        <a14:foregroundMark x1="18796" y1="44028" x2="18796" y2="44028"/>
                        <a14:foregroundMark x1="25741" y1="41667" x2="25741" y2="41667"/>
                        <a14:foregroundMark x1="34352" y1="39722" x2="34352" y2="39722"/>
                        <a14:foregroundMark x1="38519" y1="45000" x2="38519" y2="45000"/>
                        <a14:foregroundMark x1="41944" y1="45000" x2="41944" y2="45000"/>
                        <a14:foregroundMark x1="17407" y1="59583" x2="17407" y2="59583"/>
                        <a14:foregroundMark x1="27870" y1="61250" x2="27870" y2="61250"/>
                        <a14:foregroundMark x1="42130" y1="60417" x2="42130" y2="60417"/>
                        <a14:foregroundMark x1="57130" y1="61667" x2="57130" y2="61667"/>
                        <a14:foregroundMark x1="67037" y1="62778" x2="67037" y2="62778"/>
                        <a14:foregroundMark x1="82870" y1="61944" x2="82870" y2="61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651" y="1635076"/>
            <a:ext cx="2684395" cy="178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Kép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4349" y="2708916"/>
            <a:ext cx="1705076" cy="263482"/>
          </a:xfrm>
          <a:prstGeom prst="rect">
            <a:avLst/>
          </a:prstGeom>
        </p:spPr>
      </p:pic>
      <p:pic>
        <p:nvPicPr>
          <p:cNvPr id="18" name="Kép 17"/>
          <p:cNvPicPr>
            <a:picLocks noChangeAspect="1"/>
          </p:cNvPicPr>
          <p:nvPr/>
        </p:nvPicPr>
        <p:blipFill rotWithShape="1">
          <a:blip r:embed="rId10"/>
          <a:srcRect l="10647" t="14556" r="7894" b="1130"/>
          <a:stretch/>
        </p:blipFill>
        <p:spPr>
          <a:xfrm>
            <a:off x="7631889" y="2681323"/>
            <a:ext cx="1176114" cy="439840"/>
          </a:xfrm>
          <a:prstGeom prst="rect">
            <a:avLst/>
          </a:prstGeom>
        </p:spPr>
      </p:pic>
      <p:pic>
        <p:nvPicPr>
          <p:cNvPr id="19" name="Kép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084" y="2327619"/>
            <a:ext cx="1573098" cy="336257"/>
          </a:xfrm>
          <a:prstGeom prst="rect">
            <a:avLst/>
          </a:prstGeom>
        </p:spPr>
      </p:pic>
      <p:sp>
        <p:nvSpPr>
          <p:cNvPr id="20" name="Téglalap 19"/>
          <p:cNvSpPr/>
          <p:nvPr/>
        </p:nvSpPr>
        <p:spPr>
          <a:xfrm>
            <a:off x="-4900" y="-13370"/>
            <a:ext cx="12196900" cy="64999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266932" y="-62496"/>
            <a:ext cx="4963695" cy="798897"/>
          </a:xfrm>
        </p:spPr>
        <p:txBody>
          <a:bodyPr>
            <a:noAutofit/>
          </a:bodyPr>
          <a:lstStyle/>
          <a:p>
            <a:r>
              <a:rPr lang="hu-HU" dirty="0" smtClean="0">
                <a:solidFill>
                  <a:schemeClr val="bg1"/>
                </a:solidFill>
                <a:latin typeface="+mn-lt"/>
              </a:rPr>
              <a:t> Design és stílus</a:t>
            </a:r>
            <a:endParaRPr lang="hu-HU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24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rtalom helye 2"/>
          <p:cNvSpPr>
            <a:spLocks noGrp="1"/>
          </p:cNvSpPr>
          <p:nvPr>
            <p:ph idx="1"/>
          </p:nvPr>
        </p:nvSpPr>
        <p:spPr>
          <a:xfrm>
            <a:off x="595161" y="1480744"/>
            <a:ext cx="3984859" cy="51073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hu-HU" b="1" dirty="0" smtClean="0">
                <a:solidFill>
                  <a:schemeClr val="bg1"/>
                </a:solidFill>
              </a:rPr>
              <a:t>Fejlesztői </a:t>
            </a:r>
            <a:r>
              <a:rPr lang="hu-HU" b="1" dirty="0" err="1" smtClean="0">
                <a:solidFill>
                  <a:schemeClr val="bg1"/>
                </a:solidFill>
              </a:rPr>
              <a:t>környzezet</a:t>
            </a:r>
            <a:r>
              <a:rPr lang="hu-HU" b="1" dirty="0" smtClean="0">
                <a:solidFill>
                  <a:schemeClr val="bg1"/>
                </a:solidFill>
              </a:rPr>
              <a:t>: </a:t>
            </a:r>
            <a:r>
              <a:rPr lang="hu-HU" dirty="0" smtClean="0">
                <a:solidFill>
                  <a:schemeClr val="bg1"/>
                </a:solidFill>
              </a:rPr>
              <a:t>Visual </a:t>
            </a:r>
            <a:r>
              <a:rPr lang="hu-HU" dirty="0" err="1" smtClean="0">
                <a:solidFill>
                  <a:schemeClr val="bg1"/>
                </a:solidFill>
              </a:rPr>
              <a:t>Studio</a:t>
            </a:r>
            <a:r>
              <a:rPr lang="hu-HU" dirty="0" smtClean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Code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6" name="Tartalom helye 2"/>
          <p:cNvSpPr txBox="1">
            <a:spLocks/>
          </p:cNvSpPr>
          <p:nvPr/>
        </p:nvSpPr>
        <p:spPr>
          <a:xfrm>
            <a:off x="595161" y="1883518"/>
            <a:ext cx="9232232" cy="3584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1800" b="1" dirty="0" smtClean="0">
                <a:solidFill>
                  <a:schemeClr val="bg1"/>
                </a:solidFill>
              </a:rPr>
              <a:t>Felhasznált nyelvek:</a:t>
            </a:r>
          </a:p>
          <a:p>
            <a:r>
              <a:rPr lang="hu-HU" sz="1800" b="1" dirty="0" smtClean="0">
                <a:solidFill>
                  <a:schemeClr val="bg1"/>
                </a:solidFill>
              </a:rPr>
              <a:t>HTML5:</a:t>
            </a:r>
            <a:r>
              <a:rPr lang="hu-HU" sz="1800" dirty="0" smtClean="0">
                <a:solidFill>
                  <a:schemeClr val="bg1"/>
                </a:solidFill>
              </a:rPr>
              <a:t> A weboldal vázának felépítése (menüpontok, szekciók, tartalom).</a:t>
            </a:r>
          </a:p>
          <a:p>
            <a:r>
              <a:rPr lang="hu-HU" sz="1800" b="1" dirty="0" smtClean="0">
                <a:solidFill>
                  <a:schemeClr val="bg1"/>
                </a:solidFill>
              </a:rPr>
              <a:t>CSS3:</a:t>
            </a:r>
            <a:r>
              <a:rPr lang="hu-HU" sz="1800" dirty="0" smtClean="0">
                <a:solidFill>
                  <a:schemeClr val="bg1"/>
                </a:solidFill>
              </a:rPr>
              <a:t> A látványvilág kialakítása </a:t>
            </a:r>
          </a:p>
          <a:p>
            <a:r>
              <a:rPr lang="hu-HU" sz="1800" b="1" dirty="0" smtClean="0">
                <a:solidFill>
                  <a:schemeClr val="bg1"/>
                </a:solidFill>
              </a:rPr>
              <a:t>JavaScript:</a:t>
            </a:r>
            <a:r>
              <a:rPr lang="hu-HU" sz="1800" dirty="0" smtClean="0">
                <a:solidFill>
                  <a:schemeClr val="bg1"/>
                </a:solidFill>
              </a:rPr>
              <a:t> Interaktivitás (pl. a kvíz működése vagy a csapat-váltó csúszka).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17" name="Picture 4" descr="Red Bull Racing News, Videos, Results, Photos and Mo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259" r="90000">
                        <a14:foregroundMark x1="14815" y1="40556" x2="14815" y2="40556"/>
                        <a14:foregroundMark x1="15833" y1="37917" x2="15833" y2="37917"/>
                        <a14:foregroundMark x1="22685" y1="41667" x2="22685" y2="41667"/>
                        <a14:foregroundMark x1="30093" y1="41667" x2="30093" y2="41667"/>
                        <a14:foregroundMark x1="38519" y1="38750" x2="38519" y2="38750"/>
                        <a14:foregroundMark x1="42685" y1="41389" x2="42685" y2="41389"/>
                        <a14:foregroundMark x1="49074" y1="40000" x2="49074" y2="40000"/>
                        <a14:foregroundMark x1="51204" y1="41111" x2="51204" y2="41111"/>
                        <a14:foregroundMark x1="23519" y1="53611" x2="76019" y2="53611"/>
                        <a14:foregroundMark x1="12778" y1="42083" x2="12778" y2="42083"/>
                        <a14:foregroundMark x1="15185" y1="35139" x2="15185" y2="35139"/>
                        <a14:foregroundMark x1="12407" y1="37917" x2="12407" y2="37917"/>
                        <a14:foregroundMark x1="18796" y1="44028" x2="18796" y2="44028"/>
                        <a14:foregroundMark x1="25741" y1="41667" x2="25741" y2="41667"/>
                        <a14:foregroundMark x1="34352" y1="39722" x2="34352" y2="39722"/>
                        <a14:foregroundMark x1="38519" y1="45000" x2="38519" y2="45000"/>
                        <a14:foregroundMark x1="41944" y1="45000" x2="41944" y2="45000"/>
                        <a14:foregroundMark x1="17407" y1="59583" x2="17407" y2="59583"/>
                        <a14:foregroundMark x1="27870" y1="61250" x2="27870" y2="61250"/>
                        <a14:foregroundMark x1="42130" y1="60417" x2="42130" y2="60417"/>
                        <a14:foregroundMark x1="57130" y1="61667" x2="57130" y2="61667"/>
                        <a14:foregroundMark x1="67037" y1="62778" x2="67037" y2="62778"/>
                        <a14:foregroundMark x1="82870" y1="61944" x2="82870" y2="61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938" y="1288569"/>
            <a:ext cx="3469380" cy="231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825" y="3858249"/>
            <a:ext cx="6248400" cy="2838450"/>
          </a:xfrm>
          <a:prstGeom prst="rect">
            <a:avLst/>
          </a:prstGeom>
        </p:spPr>
      </p:pic>
      <p:sp>
        <p:nvSpPr>
          <p:cNvPr id="18" name="Téglalap 17"/>
          <p:cNvSpPr/>
          <p:nvPr/>
        </p:nvSpPr>
        <p:spPr>
          <a:xfrm>
            <a:off x="0" y="-15746"/>
            <a:ext cx="12192000" cy="70206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457876" y="-38156"/>
            <a:ext cx="7203619" cy="798897"/>
          </a:xfrm>
        </p:spPr>
        <p:txBody>
          <a:bodyPr>
            <a:noAutofit/>
          </a:bodyPr>
          <a:lstStyle/>
          <a:p>
            <a:r>
              <a:rPr lang="hu-HU" dirty="0" smtClean="0">
                <a:solidFill>
                  <a:schemeClr val="bg1"/>
                </a:solidFill>
                <a:latin typeface="+mn-lt"/>
              </a:rPr>
              <a:t> Technikai megvalósítás</a:t>
            </a:r>
            <a:endParaRPr lang="hu-HU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085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426" y="1247693"/>
            <a:ext cx="3656798" cy="3656798"/>
          </a:xfrm>
          <a:prstGeom prst="rect">
            <a:avLst/>
          </a:prstGeom>
        </p:spPr>
      </p:pic>
      <p:sp>
        <p:nvSpPr>
          <p:cNvPr id="7" name="Téglalap 6"/>
          <p:cNvSpPr/>
          <p:nvPr/>
        </p:nvSpPr>
        <p:spPr>
          <a:xfrm>
            <a:off x="3524450" y="5400543"/>
            <a:ext cx="4859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2400" i="1" u="sng" dirty="0" smtClean="0">
                <a:solidFill>
                  <a:schemeClr val="bg1"/>
                </a:solidFill>
              </a:rPr>
              <a:t>https://github.com/akos004/Forma-1</a:t>
            </a:r>
            <a:endParaRPr lang="hu-HU" sz="2400" i="1" u="sng" dirty="0">
              <a:solidFill>
                <a:schemeClr val="bg1"/>
              </a:solidFill>
            </a:endParaRPr>
          </a:p>
        </p:txBody>
      </p:sp>
      <p:pic>
        <p:nvPicPr>
          <p:cNvPr id="11" name="Picture 4" descr="Red Bull Racing News, Videos, Results, Photos and M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9259" r="90000">
                        <a14:foregroundMark x1="14815" y1="40556" x2="14815" y2="40556"/>
                        <a14:foregroundMark x1="15833" y1="37917" x2="15833" y2="37917"/>
                        <a14:foregroundMark x1="22685" y1="41667" x2="22685" y2="41667"/>
                        <a14:foregroundMark x1="30093" y1="41667" x2="30093" y2="41667"/>
                        <a14:foregroundMark x1="38519" y1="38750" x2="38519" y2="38750"/>
                        <a14:foregroundMark x1="42685" y1="41389" x2="42685" y2="41389"/>
                        <a14:foregroundMark x1="49074" y1="40000" x2="49074" y2="40000"/>
                        <a14:foregroundMark x1="51204" y1="41111" x2="51204" y2="41111"/>
                        <a14:foregroundMark x1="23519" y1="53611" x2="76019" y2="53611"/>
                        <a14:foregroundMark x1="12778" y1="42083" x2="12778" y2="42083"/>
                        <a14:foregroundMark x1="15185" y1="35139" x2="15185" y2="35139"/>
                        <a14:foregroundMark x1="12407" y1="37917" x2="12407" y2="37917"/>
                        <a14:foregroundMark x1="18796" y1="44028" x2="18796" y2="44028"/>
                        <a14:foregroundMark x1="25741" y1="41667" x2="25741" y2="41667"/>
                        <a14:foregroundMark x1="34352" y1="39722" x2="34352" y2="39722"/>
                        <a14:foregroundMark x1="38519" y1="45000" x2="38519" y2="45000"/>
                        <a14:foregroundMark x1="41944" y1="45000" x2="41944" y2="45000"/>
                        <a14:foregroundMark x1="17407" y1="59583" x2="17407" y2="59583"/>
                        <a14:foregroundMark x1="27870" y1="61250" x2="27870" y2="61250"/>
                        <a14:foregroundMark x1="42130" y1="60417" x2="42130" y2="60417"/>
                        <a14:foregroundMark x1="57130" y1="61667" x2="57130" y2="61667"/>
                        <a14:foregroundMark x1="67037" y1="62778" x2="67037" y2="62778"/>
                        <a14:foregroundMark x1="82870" y1="61944" x2="82870" y2="61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401" y="2145217"/>
            <a:ext cx="3469380" cy="231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d Bull Racing News, Videos, Results, Photos and M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9259" r="90000">
                        <a14:foregroundMark x1="14815" y1="40556" x2="14815" y2="40556"/>
                        <a14:foregroundMark x1="15833" y1="37917" x2="15833" y2="37917"/>
                        <a14:foregroundMark x1="22685" y1="41667" x2="22685" y2="41667"/>
                        <a14:foregroundMark x1="30093" y1="41667" x2="30093" y2="41667"/>
                        <a14:foregroundMark x1="38519" y1="38750" x2="38519" y2="38750"/>
                        <a14:foregroundMark x1="42685" y1="41389" x2="42685" y2="41389"/>
                        <a14:foregroundMark x1="49074" y1="40000" x2="49074" y2="40000"/>
                        <a14:foregroundMark x1="51204" y1="41111" x2="51204" y2="41111"/>
                        <a14:foregroundMark x1="23519" y1="53611" x2="76019" y2="53611"/>
                        <a14:foregroundMark x1="12778" y1="42083" x2="12778" y2="42083"/>
                        <a14:foregroundMark x1="15185" y1="35139" x2="15185" y2="35139"/>
                        <a14:foregroundMark x1="12407" y1="37917" x2="12407" y2="37917"/>
                        <a14:foregroundMark x1="18796" y1="44028" x2="18796" y2="44028"/>
                        <a14:foregroundMark x1="25741" y1="41667" x2="25741" y2="41667"/>
                        <a14:foregroundMark x1="34352" y1="39722" x2="34352" y2="39722"/>
                        <a14:foregroundMark x1="38519" y1="45000" x2="38519" y2="45000"/>
                        <a14:foregroundMark x1="41944" y1="45000" x2="41944" y2="45000"/>
                        <a14:foregroundMark x1="17407" y1="59583" x2="17407" y2="59583"/>
                        <a14:foregroundMark x1="27870" y1="61250" x2="27870" y2="61250"/>
                        <a14:foregroundMark x1="42130" y1="60417" x2="42130" y2="60417"/>
                        <a14:foregroundMark x1="57130" y1="61667" x2="57130" y2="61667"/>
                        <a14:foregroundMark x1="67037" y1="62778" x2="67037" y2="62778"/>
                        <a14:foregroundMark x1="82870" y1="61944" x2="82870" y2="61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69" y="2145217"/>
            <a:ext cx="3469380" cy="231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églalap 12"/>
          <p:cNvSpPr/>
          <p:nvPr/>
        </p:nvSpPr>
        <p:spPr>
          <a:xfrm>
            <a:off x="0" y="-19709"/>
            <a:ext cx="12192000" cy="72444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599849" y="-47256"/>
            <a:ext cx="6991952" cy="798897"/>
          </a:xfrm>
        </p:spPr>
        <p:txBody>
          <a:bodyPr>
            <a:noAutofit/>
          </a:bodyPr>
          <a:lstStyle/>
          <a:p>
            <a:r>
              <a:rPr lang="hu-HU" dirty="0">
                <a:solidFill>
                  <a:schemeClr val="bg1"/>
                </a:solidFill>
                <a:latin typeface="+mn-lt"/>
              </a:rPr>
              <a:t>Köszönjük</a:t>
            </a:r>
            <a:r>
              <a:rPr lang="hu-HU" dirty="0" smtClean="0">
                <a:solidFill>
                  <a:schemeClr val="bg1"/>
                </a:solidFill>
                <a:latin typeface="+mn-lt"/>
              </a:rPr>
              <a:t> a figyelmet!</a:t>
            </a:r>
            <a:endParaRPr lang="hu-HU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971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98</Words>
  <Application>Microsoft Office PowerPoint</Application>
  <PresentationFormat>Szélesvásznú</PresentationFormat>
  <Paragraphs>26</Paragraphs>
  <Slides>11</Slides>
  <Notes>0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Arial</vt:lpstr>
      <vt:lpstr>Bahnschrift</vt:lpstr>
      <vt:lpstr>Bahnschrift SemiCondensed</vt:lpstr>
      <vt:lpstr>Calibri</vt:lpstr>
      <vt:lpstr>Calibri Light</vt:lpstr>
      <vt:lpstr>Office-téma</vt:lpstr>
      <vt:lpstr>Red Bull Racing F1 – Weboldal Projekt</vt:lpstr>
      <vt:lpstr>PowerPoint bemutató</vt:lpstr>
      <vt:lpstr>A weboldal felépítése (Menütérkép)</vt:lpstr>
      <vt:lpstr>Főoldal</vt:lpstr>
      <vt:lpstr>Főoldal</vt:lpstr>
      <vt:lpstr>Red Bull csapat</vt:lpstr>
      <vt:lpstr>Red Bull autó</vt:lpstr>
      <vt:lpstr>Újdonságok</vt:lpstr>
      <vt:lpstr> Design és stílus</vt:lpstr>
      <vt:lpstr> Technikai megvalósítás</vt:lpstr>
      <vt:lpstr>Köszönjük a figyelmet!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Bull Racing F1 – Weboldal Projekt</dc:title>
  <dc:creator>Boti</dc:creator>
  <cp:lastModifiedBy>Boti</cp:lastModifiedBy>
  <cp:revision>17</cp:revision>
  <dcterms:created xsi:type="dcterms:W3CDTF">2026-04-26T10:02:12Z</dcterms:created>
  <dcterms:modified xsi:type="dcterms:W3CDTF">2026-04-26T18:02:23Z</dcterms:modified>
</cp:coreProperties>
</file>